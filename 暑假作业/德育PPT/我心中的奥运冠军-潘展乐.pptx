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16289b615044f34" /><Relationship Type="http://schemas.openxmlformats.org/package/2006/relationships/metadata/core-properties" Target="/docProps/core.xml" Id="Rbbbff58155b440fa" /><Relationship Type="http://schemas.openxmlformats.org/officeDocument/2006/relationships/extended-properties" Target="/docProps/app.xml" Id="Rbfe64c3c5e184696" /><Relationship Type="http://schemas.openxmlformats.org/officeDocument/2006/relationships/custom-properties" Target="/docProps/custom.xml" Id="R178bb64784284d0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c546d8d8daa24e4a"/>
    <p:sldId id="257" r:id="Rf6667c00be194b7b"/>
    <p:sldId id="258" r:id="Rbd5e8a5cd4bf452b"/>
    <p:sldId id="259" r:id="Ra4fcce8cd06244c6"/>
    <p:sldId id="260" r:id="R331f75ffdbeb40c0"/>
    <p:sldId id="261" r:id="R4a2ff3e0bf274bf9"/>
    <p:sldId id="262" r:id="Rf2e92c9c2d9748ae"/>
    <p:sldId id="263" r:id="Rdeb79541ac46468d"/>
    <p:sldId id="264" r:id="R36829143f4eb451f"/>
    <p:sldId id="265" r:id="R7cd4f6e04aed4640"/>
    <p:sldId id="266" r:id="R26d5bb99fd404268"/>
    <p:sldId id="267" r:id="R2a5833483e28473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546d8d8daa24e4a" /><Relationship Type="http://schemas.openxmlformats.org/officeDocument/2006/relationships/slide" Target="/ppt/slides/slide2.xml" Id="Rf6667c00be194b7b" /><Relationship Type="http://schemas.openxmlformats.org/officeDocument/2006/relationships/slide" Target="/ppt/slides/slide3.xml" Id="Rbd5e8a5cd4bf452b" /><Relationship Type="http://schemas.openxmlformats.org/officeDocument/2006/relationships/slide" Target="/ppt/slides/slide4.xml" Id="Ra4fcce8cd06244c6" /><Relationship Type="http://schemas.openxmlformats.org/officeDocument/2006/relationships/slide" Target="/ppt/slides/slide5.xml" Id="R331f75ffdbeb40c0" /><Relationship Type="http://schemas.openxmlformats.org/officeDocument/2006/relationships/slide" Target="/ppt/slides/slide6.xml" Id="R4a2ff3e0bf274bf9" /><Relationship Type="http://schemas.openxmlformats.org/officeDocument/2006/relationships/slide" Target="/ppt/slides/slide7.xml" Id="Rf2e92c9c2d9748ae" /><Relationship Type="http://schemas.openxmlformats.org/officeDocument/2006/relationships/slide" Target="/ppt/slides/slide8.xml" Id="Rdeb79541ac46468d" /><Relationship Type="http://schemas.openxmlformats.org/officeDocument/2006/relationships/slide" Target="/ppt/slides/slide9.xml" Id="R36829143f4eb451f" /><Relationship Type="http://schemas.openxmlformats.org/officeDocument/2006/relationships/slide" Target="/ppt/slides/slide10.xml" Id="R7cd4f6e04aed4640" /><Relationship Type="http://schemas.openxmlformats.org/officeDocument/2006/relationships/slide" Target="/ppt/slides/slide11.xml" Id="R26d5bb99fd404268" /><Relationship Type="http://schemas.openxmlformats.org/officeDocument/2006/relationships/slide" Target="/ppt/slides/slide12.xml" Id="R2a5833483e28473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f1be80fc445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5a037262141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9794b22f94e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603b4f27340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fc9f9a3ee42c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abbff2366614c7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b246a89824b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a162b47b845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87c7adfa749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bf6f2bb4e4e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5701e6f7745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e74c11b5044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d1fd793f249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a9190ce1c4c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252ddac6e4c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3ed7e95ce45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59f0c98f349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338b94a51483a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潘展乐：游出中国速度</a:t>
            </a:r>
          </a:p>
        </p:txBody>
      </p:sp>
      <p:sp>
        <p:nvSpPr>
          <p:cNvPr id="100000" name="TextBox 2"/>
          <p:cNvSpPr txBox="1"/>
          <p:nvPr/>
        </p:nvSpPr>
        <p:spPr>
          <a:xfrm xmlns:a="http://schemas.openxmlformats.org/drawingml/2006/main">
            <a:off x="0" y="1397000"/>
            <a:ext cx="1143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444444"/>
                </a:solidFill>
              </a:rPr>
              <a:t>从默默无闻到打破世界纪录的 46 秒 40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他是谁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0" y="1397000"/>
            <a:ext cx="1143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444444"/>
                </a:solidFill>
              </a:rPr>
              <a:t>2004年生于浙江温州 · 4岁学游泳 · 主项100米自由泳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起点：从怕水到下水</a:t>
            </a:r>
          </a:p>
        </p:txBody>
      </p:sp>
      <p:sp>
        <p:nvSpPr>
          <p:cNvPr id="100002" name="TextBox 2"/>
          <p:cNvSpPr txBox="1"/>
          <p:nvPr/>
        </p:nvSpPr>
        <p:spPr>
          <a:xfrm xmlns:a="http://schemas.openxmlformats.org/drawingml/2006/main">
            <a:off x="0" y="1397000"/>
            <a:ext cx="1143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444444"/>
                </a:solidFill>
              </a:rPr>
              <a:t>初见水就紧张，哭过，但第二天仍准时到泳池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冠军背后</a:t>
            </a:r>
          </a:p>
        </p:txBody>
      </p:sp>
      <p:sp>
        <p:nvSpPr>
          <p:cNvPr id="100003" name="TextBox 2"/>
          <p:cNvSpPr txBox="1"/>
          <p:nvPr/>
        </p:nvSpPr>
        <p:spPr>
          <a:xfrm xmlns:a="http://schemas.openxmlformats.org/drawingml/2006/main">
            <a:off x="0" y="1397000"/>
            <a:ext cx="1143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444444"/>
                </a:solidFill>
              </a:rPr>
              <a:t>每天训练约1.5万米 · 七年几乎全年无休 · 十年坚持同一件事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低谷：他也被质疑过</a:t>
            </a:r>
          </a:p>
        </p:txBody>
      </p:sp>
      <p:sp>
        <p:nvSpPr>
          <p:cNvPr id="100004" name="TextBox 2"/>
          <p:cNvSpPr txBox="1"/>
          <p:nvPr/>
        </p:nvSpPr>
        <p:spPr>
          <a:xfrm xmlns:a="http://schemas.openxmlformats.org/drawingml/2006/main">
            <a:off x="0" y="1397000"/>
            <a:ext cx="1143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444444"/>
                </a:solidFill>
              </a:rPr>
              <a:t>2023年世锦赛第4名 · 网上说他上限不高 · 他每天看录像到凌晨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转折：把质疑游回水里</a:t>
            </a:r>
          </a:p>
        </p:txBody>
      </p:sp>
      <p:sp>
        <p:nvSpPr>
          <p:cNvPr id="100005" name="TextBox 2"/>
          <p:cNvSpPr txBox="1"/>
          <p:nvPr/>
        </p:nvSpPr>
        <p:spPr>
          <a:xfrm xmlns:a="http://schemas.openxmlformats.org/drawingml/2006/main">
            <a:off x="0" y="1397000"/>
            <a:ext cx="1143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444444"/>
                </a:solidFill>
              </a:rPr>
              <a:t>改进出发、强化转身 · 2024多哈世锦赛46.80首次登顶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巅峰：巴黎之夜 46.40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0" y="1397000"/>
            <a:ext cx="1143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444444"/>
                </a:solidFill>
              </a:rPr>
              <a:t>巴黎奥运会男子100米自由泳决赛 · 打破世界纪录 · 历史首金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团战：一个人也是四个人</a:t>
            </a:r>
          </a:p>
        </p:txBody>
      </p:sp>
      <p:sp>
        <p:nvSpPr>
          <p:cNvPr id="100007" name="TextBox 2"/>
          <p:cNvSpPr txBox="1"/>
          <p:nvPr/>
        </p:nvSpPr>
        <p:spPr>
          <a:xfrm xmlns:a="http://schemas.openxmlformats.org/drawingml/2006/main">
            <a:off x="0" y="1397000"/>
            <a:ext cx="1143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444444"/>
                </a:solidFill>
              </a:rPr>
              <a:t>混合泳接力最后一棒45.92 · 终结美国队40年垄断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他说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0" y="1397000"/>
            <a:ext cx="1143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444444"/>
                </a:solidFill>
              </a:rPr>
              <a:t>纪录就是拿来破的。我想把每一个46秒都留在泳池里。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成长时间线</a:t>
            </a:r>
          </a:p>
        </p:txBody>
      </p:sp>
      <p:sp>
        <p:nvSpPr>
          <p:cNvPr id="100009" name="TextBox 2"/>
          <p:cNvSpPr txBox="1"/>
          <p:nvPr/>
        </p:nvSpPr>
        <p:spPr>
          <a:xfrm xmlns:a="http://schemas.openxmlformats.org/drawingml/2006/main">
            <a:off x="0" y="1397000"/>
            <a:ext cx="1143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444444"/>
                </a:solidFill>
              </a:rPr>
              <a:t>2008年4岁下水 → 2014年进省队 → 2023年低谷 → 2024年巴黎登顶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给我的启示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0" y="1397000"/>
            <a:ext cx="1143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444444"/>
                </a:solidFill>
              </a:rPr>
              <a:t>坚持 · 专注 · 团队 · 平常心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谢谢聆听</a:t>
            </a:r>
          </a:p>
        </p:txBody>
      </p:sp>
      <p:sp>
        <p:nvSpPr>
          <p:cNvPr id="100011" name="TextBox 2"/>
          <p:cNvSpPr txBox="1"/>
          <p:nvPr/>
        </p:nvSpPr>
        <p:spPr>
          <a:xfrm xmlns:a="http://schemas.openxmlformats.org/drawingml/2006/main">
            <a:off x="0" y="1397000"/>
            <a:ext cx="1143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444444"/>
                </a:solidFill>
              </a:rPr>
              <a:t>我们每个人都可以游出自己的 46 秒 40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2026-08-17T07:16:13Z</dcterms:created>
  <cp:lastModifiedBy>OfficeCLI</cp:lastModifiedBy>
  <dcterms:modified xsi:type="dcterms:W3CDTF">2026-08-17T07:16:13Z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2026-08-17T07:16:37Z</vt:lpwstr>
  </op:property>
</op:Properties>
</file>